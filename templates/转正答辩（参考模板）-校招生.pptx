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9" r:id="rId3"/>
    <p:sldId id="257" r:id="rId4"/>
    <p:sldId id="261" r:id="rId5"/>
    <p:sldId id="264" r:id="rId6"/>
    <p:sldId id="267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F99"/>
    <a:srgbClr val="155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napToObjects="1">
      <p:cViewPr varScale="1">
        <p:scale>
          <a:sx n="67" d="100"/>
          <a:sy n="67" d="100"/>
        </p:scale>
        <p:origin x="6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A5F2C-0AF6-FA44-A23F-C7E9B512890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9FC85-E4B9-8F48-941C-AE3787FDEAD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1926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t="64958"/>
          <a:stretch>
            <a:fillRect/>
          </a:stretch>
        </p:blipFill>
        <p:spPr>
          <a:xfrm>
            <a:off x="327992" y="570657"/>
            <a:ext cx="2743984" cy="96816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79906" y="2315461"/>
            <a:ext cx="9144000" cy="10064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5400" b="1" i="0">
                <a:solidFill>
                  <a:srgbClr val="004F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主标题微软雅黑</a:t>
            </a:r>
            <a:r>
              <a:rPr kumimoji="1" lang="en-US" altLang="zh-CN" dirty="0"/>
              <a:t>54pt</a:t>
            </a:r>
            <a:r>
              <a:rPr kumimoji="1" lang="zh-CN" altLang="en-US" dirty="0"/>
              <a:t>加粗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79906" y="3536065"/>
            <a:ext cx="7348458" cy="4973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rgbClr val="004F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副标题微软雅黑</a:t>
            </a:r>
            <a:r>
              <a:rPr kumimoji="1" lang="en-US" altLang="zh-CN" dirty="0"/>
              <a:t>24pt</a:t>
            </a:r>
            <a:endParaRPr kumimoji="1"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05599"/>
            <a:ext cx="12192001" cy="1716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31376" y="0"/>
            <a:ext cx="12192000" cy="2541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内容占位符 2"/>
          <p:cNvSpPr>
            <a:spLocks noGrp="1"/>
          </p:cNvSpPr>
          <p:nvPr>
            <p:ph sz="half" idx="1"/>
          </p:nvPr>
        </p:nvSpPr>
        <p:spPr>
          <a:xfrm>
            <a:off x="1613646" y="2172073"/>
            <a:ext cx="5688105" cy="1604497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n"/>
              <a:defRPr sz="2400" b="0" i="0">
                <a:solidFill>
                  <a:srgbClr val="004F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800" b="0" i="0">
                <a:solidFill>
                  <a:srgbClr val="004F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2400" b="0" i="0">
                <a:solidFill>
                  <a:srgbClr val="004F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b="0" i="0">
                <a:solidFill>
                  <a:srgbClr val="004F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b="0" i="0">
                <a:solidFill>
                  <a:srgbClr val="004F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95082" y="1064371"/>
            <a:ext cx="1515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rgbClr val="004F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 录</a:t>
            </a:r>
            <a:endParaRPr kumimoji="1" lang="zh-CN" altLang="en-US" sz="4000" b="1" dirty="0">
              <a:solidFill>
                <a:srgbClr val="004F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05599"/>
            <a:ext cx="12192001" cy="1716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11234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EC25845-EE93-D643-B211-2BF1DFC6D933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8" name="标题占位符 3"/>
          <p:cNvSpPr>
            <a:spLocks noGrp="1"/>
          </p:cNvSpPr>
          <p:nvPr>
            <p:ph type="title"/>
          </p:nvPr>
        </p:nvSpPr>
        <p:spPr>
          <a:xfrm>
            <a:off x="403410" y="212282"/>
            <a:ext cx="10515600" cy="761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1926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79906" y="2807998"/>
            <a:ext cx="9144000" cy="10064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5400" b="1" i="0">
                <a:solidFill>
                  <a:srgbClr val="004F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谢 谢！</a:t>
            </a:r>
            <a:endParaRPr kumimoji="1"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05599"/>
            <a:ext cx="12192001" cy="17166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/>
          <a:srcRect t="64958"/>
          <a:stretch>
            <a:fillRect/>
          </a:stretch>
        </p:blipFill>
        <p:spPr>
          <a:xfrm>
            <a:off x="327992" y="570657"/>
            <a:ext cx="2743984" cy="9681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3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6"/>
          <a:srcRect t="64958"/>
          <a:stretch>
            <a:fillRect/>
          </a:stretch>
        </p:blipFill>
        <p:spPr>
          <a:xfrm>
            <a:off x="9826333" y="196160"/>
            <a:ext cx="2204309" cy="777749"/>
          </a:xfrm>
          <a:prstGeom prst="rect">
            <a:avLst/>
          </a:prstGeom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11234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EC25845-EE93-D643-B211-2BF1DFC6D933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490403" y="928190"/>
            <a:ext cx="927574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标题占位符 1"/>
          <p:cNvSpPr txBox="1"/>
          <p:nvPr userDrawn="1"/>
        </p:nvSpPr>
        <p:spPr>
          <a:xfrm>
            <a:off x="403410" y="257654"/>
            <a:ext cx="10515600" cy="693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4F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403410" y="212282"/>
            <a:ext cx="10515600" cy="761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004F99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9"/>
          <p:cNvSpPr>
            <a:spLocks noGrp="1"/>
          </p:cNvSpPr>
          <p:nvPr>
            <p:ph type="ctrTitle"/>
          </p:nvPr>
        </p:nvSpPr>
        <p:spPr>
          <a:xfrm>
            <a:off x="2501138" y="1536386"/>
            <a:ext cx="6564960" cy="878710"/>
          </a:xfrm>
        </p:spPr>
        <p:txBody>
          <a:bodyPr>
            <a:normAutofit fontScale="90000"/>
          </a:bodyPr>
          <a:lstStyle/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新进人员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转正答辩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（参考模板）</a:t>
            </a:r>
            <a:endParaRPr lang="zh-CN" altLang="en-US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占位符 2"/>
          <p:cNvSpPr>
            <a:spLocks noGrp="1"/>
          </p:cNvSpPr>
          <p:nvPr>
            <p:ph type="subTitle" idx="1"/>
          </p:nvPr>
        </p:nvSpPr>
        <p:spPr>
          <a:xfrm>
            <a:off x="7937733" y="5325373"/>
            <a:ext cx="3853440" cy="28998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答辩时间：</a:t>
            </a:r>
            <a:endParaRPr lang="zh-CN" altLang="en-US" sz="2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7937733" y="4925263"/>
            <a:ext cx="27368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</a:t>
            </a:r>
            <a:endParaRPr lang="zh-CN" altLang="en-US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6"/>
          <p:cNvSpPr>
            <a:spLocks noChangeArrowheads="1"/>
          </p:cNvSpPr>
          <p:nvPr/>
        </p:nvSpPr>
        <p:spPr bwMode="auto">
          <a:xfrm>
            <a:off x="3180796" y="2171240"/>
            <a:ext cx="730250" cy="619125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14"/>
          <p:cNvSpPr/>
          <p:nvPr/>
        </p:nvSpPr>
        <p:spPr bwMode="auto">
          <a:xfrm>
            <a:off x="3052208" y="2261727"/>
            <a:ext cx="5962650" cy="673100"/>
          </a:xfrm>
          <a:custGeom>
            <a:avLst/>
            <a:gdLst>
              <a:gd name="T0" fmla="*/ 87 w 6963"/>
              <a:gd name="T1" fmla="*/ 0 h 794"/>
              <a:gd name="T2" fmla="*/ 6876 w 6963"/>
              <a:gd name="T3" fmla="*/ 0 h 794"/>
              <a:gd name="T4" fmla="*/ 6963 w 6963"/>
              <a:gd name="T5" fmla="*/ 87 h 794"/>
              <a:gd name="T6" fmla="*/ 6963 w 6963"/>
              <a:gd name="T7" fmla="*/ 707 h 794"/>
              <a:gd name="T8" fmla="*/ 6876 w 6963"/>
              <a:gd name="T9" fmla="*/ 794 h 794"/>
              <a:gd name="T10" fmla="*/ 87 w 6963"/>
              <a:gd name="T11" fmla="*/ 794 h 794"/>
              <a:gd name="T12" fmla="*/ 0 w 6963"/>
              <a:gd name="T13" fmla="*/ 707 h 794"/>
              <a:gd name="T14" fmla="*/ 0 w 6963"/>
              <a:gd name="T15" fmla="*/ 87 h 794"/>
              <a:gd name="T16" fmla="*/ 87 w 6963"/>
              <a:gd name="T17" fmla="*/ 0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solidFill>
            <a:schemeClr val="bg1"/>
          </a:solidFill>
          <a:ln w="19050" cap="flat" cmpd="sng">
            <a:solidFill>
              <a:schemeClr val="bg1">
                <a:lumMod val="65000"/>
              </a:schemeClr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63"/>
          <p:cNvSpPr txBox="1">
            <a:spLocks noChangeArrowheads="1"/>
          </p:cNvSpPr>
          <p:nvPr/>
        </p:nvSpPr>
        <p:spPr bwMode="auto">
          <a:xfrm>
            <a:off x="4011058" y="2328402"/>
            <a:ext cx="14046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角色认知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1"/>
          <p:cNvSpPr txBox="1">
            <a:spLocks noChangeArrowheads="1"/>
          </p:cNvSpPr>
          <p:nvPr/>
        </p:nvSpPr>
        <p:spPr bwMode="auto">
          <a:xfrm>
            <a:off x="3217308" y="2195052"/>
            <a:ext cx="649288" cy="6461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3180796" y="3104690"/>
            <a:ext cx="730250" cy="620712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14"/>
          <p:cNvSpPr/>
          <p:nvPr/>
        </p:nvSpPr>
        <p:spPr bwMode="auto">
          <a:xfrm>
            <a:off x="3052208" y="3196765"/>
            <a:ext cx="5962650" cy="673100"/>
          </a:xfrm>
          <a:custGeom>
            <a:avLst/>
            <a:gdLst>
              <a:gd name="T0" fmla="*/ 87 w 6963"/>
              <a:gd name="T1" fmla="*/ 0 h 794"/>
              <a:gd name="T2" fmla="*/ 6876 w 6963"/>
              <a:gd name="T3" fmla="*/ 0 h 794"/>
              <a:gd name="T4" fmla="*/ 6963 w 6963"/>
              <a:gd name="T5" fmla="*/ 87 h 794"/>
              <a:gd name="T6" fmla="*/ 6963 w 6963"/>
              <a:gd name="T7" fmla="*/ 707 h 794"/>
              <a:gd name="T8" fmla="*/ 6876 w 6963"/>
              <a:gd name="T9" fmla="*/ 794 h 794"/>
              <a:gd name="T10" fmla="*/ 87 w 6963"/>
              <a:gd name="T11" fmla="*/ 794 h 794"/>
              <a:gd name="T12" fmla="*/ 0 w 6963"/>
              <a:gd name="T13" fmla="*/ 707 h 794"/>
              <a:gd name="T14" fmla="*/ 0 w 6963"/>
              <a:gd name="T15" fmla="*/ 87 h 794"/>
              <a:gd name="T16" fmla="*/ 87 w 6963"/>
              <a:gd name="T17" fmla="*/ 0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solidFill>
            <a:schemeClr val="bg1"/>
          </a:solidFill>
          <a:ln w="19050" cap="flat" cmpd="sng">
            <a:solidFill>
              <a:schemeClr val="bg1">
                <a:lumMod val="65000"/>
              </a:schemeClr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63"/>
          <p:cNvSpPr txBox="1">
            <a:spLocks noChangeArrowheads="1"/>
          </p:cNvSpPr>
          <p:nvPr/>
        </p:nvSpPr>
        <p:spPr bwMode="auto">
          <a:xfrm>
            <a:off x="4011058" y="3263440"/>
            <a:ext cx="32372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试用期工作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回顾与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反思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81"/>
          <p:cNvSpPr txBox="1">
            <a:spLocks noChangeArrowheads="1"/>
          </p:cNvSpPr>
          <p:nvPr/>
        </p:nvSpPr>
        <p:spPr bwMode="auto">
          <a:xfrm>
            <a:off x="3217308" y="3130090"/>
            <a:ext cx="649288" cy="6461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3180796" y="4042902"/>
            <a:ext cx="730250" cy="619125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14"/>
          <p:cNvSpPr/>
          <p:nvPr/>
        </p:nvSpPr>
        <p:spPr bwMode="auto">
          <a:xfrm>
            <a:off x="3052208" y="4133390"/>
            <a:ext cx="5962650" cy="673100"/>
          </a:xfrm>
          <a:custGeom>
            <a:avLst/>
            <a:gdLst>
              <a:gd name="T0" fmla="*/ 87 w 6963"/>
              <a:gd name="T1" fmla="*/ 0 h 794"/>
              <a:gd name="T2" fmla="*/ 6876 w 6963"/>
              <a:gd name="T3" fmla="*/ 0 h 794"/>
              <a:gd name="T4" fmla="*/ 6963 w 6963"/>
              <a:gd name="T5" fmla="*/ 87 h 794"/>
              <a:gd name="T6" fmla="*/ 6963 w 6963"/>
              <a:gd name="T7" fmla="*/ 707 h 794"/>
              <a:gd name="T8" fmla="*/ 6876 w 6963"/>
              <a:gd name="T9" fmla="*/ 794 h 794"/>
              <a:gd name="T10" fmla="*/ 87 w 6963"/>
              <a:gd name="T11" fmla="*/ 794 h 794"/>
              <a:gd name="T12" fmla="*/ 0 w 6963"/>
              <a:gd name="T13" fmla="*/ 707 h 794"/>
              <a:gd name="T14" fmla="*/ 0 w 6963"/>
              <a:gd name="T15" fmla="*/ 87 h 794"/>
              <a:gd name="T16" fmla="*/ 87 w 6963"/>
              <a:gd name="T17" fmla="*/ 0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solidFill>
            <a:schemeClr val="bg1"/>
          </a:solidFill>
          <a:ln w="19050" cap="flat" cmpd="sng">
            <a:solidFill>
              <a:schemeClr val="bg1">
                <a:lumMod val="65000"/>
              </a:schemeClr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63"/>
          <p:cNvSpPr txBox="1">
            <a:spLocks noChangeArrowheads="1"/>
          </p:cNvSpPr>
          <p:nvPr/>
        </p:nvSpPr>
        <p:spPr bwMode="auto">
          <a:xfrm>
            <a:off x="4011058" y="4225147"/>
            <a:ext cx="445897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转正后工作开展思路及落地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81"/>
          <p:cNvSpPr txBox="1">
            <a:spLocks noChangeArrowheads="1"/>
          </p:cNvSpPr>
          <p:nvPr/>
        </p:nvSpPr>
        <p:spPr bwMode="auto">
          <a:xfrm>
            <a:off x="3217308" y="4066715"/>
            <a:ext cx="649288" cy="6461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3" name="标题 1"/>
          <p:cNvSpPr txBox="1"/>
          <p:nvPr/>
        </p:nvSpPr>
        <p:spPr bwMode="auto">
          <a:xfrm>
            <a:off x="487363" y="427038"/>
            <a:ext cx="79375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一、角色认知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（一页左右，不超过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页）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487363" y="1142974"/>
            <a:ext cx="844513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342900" indent="-342900" eaLnBrk="1" hangingPunct="1"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对本角色的认识：对岗位要求和职责的理解、岗位要求的核心能力和素质等</a:t>
            </a:r>
            <a:endParaRPr lang="en-US" altLang="zh-CN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自我认知：自身的核心优势与不足，自我定位等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77520" y="506095"/>
            <a:ext cx="8220075" cy="414655"/>
          </a:xfrm>
        </p:spPr>
        <p:txBody>
          <a:bodyPr>
            <a:normAutofit fontScale="90000"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期工作回顾与反思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创值事项、成果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及偏差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562585" y="1135605"/>
            <a:ext cx="844513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试用期内关键创值事项、创值目标、创值成果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试用期内创值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是否存在偏差反思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EC25845-EE93-D643-B211-2BF1DFC6D933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593654" y="65798"/>
            <a:ext cx="7050240" cy="1179191"/>
          </a:xfrm>
        </p:spPr>
        <p:txBody>
          <a:bodyPr/>
          <a:lstStyle/>
          <a:p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三、转正后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工作开展思路及落地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567713" y="1142974"/>
            <a:ext cx="844513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rgbClr val="0065A6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342900" indent="-342900" eaLnBrk="1" hangingPunct="1"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转正后工作计划和工作重点；</a:t>
            </a:r>
            <a:endParaRPr lang="en-US" altLang="zh-CN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1" hangingPunct="1">
              <a:buFontTx/>
              <a:buAutoNum type="arabicPeriod"/>
              <a:defRPr/>
            </a:pP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需要的支持与资源（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如有）；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2060"/>
                </a:solidFill>
              </a:rPr>
              <a:t>谢 谢！</a:t>
            </a:r>
            <a:endParaRPr kumimoji="1" lang="zh-CN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WPS 演示</Application>
  <PresentationFormat>宽屏</PresentationFormat>
  <Paragraphs>47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黑体</vt:lpstr>
      <vt:lpstr>等线</vt:lpstr>
      <vt:lpstr>Arial Unicode MS</vt:lpstr>
      <vt:lpstr>Office 主题​​</vt:lpstr>
      <vt:lpstr>新进人员转正答辩 （参考模板）</vt:lpstr>
      <vt:lpstr>PowerPoint 演示文稿</vt:lpstr>
      <vt:lpstr>PowerPoint 演示文稿</vt:lpstr>
      <vt:lpstr>二、 试用期工作回顾与反思——创值事项、成果及偏差</vt:lpstr>
      <vt:lpstr>三、转正后工作开展思路及落地规划</vt:lpstr>
      <vt:lpstr>谢 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/>
  <cp:revision>35</cp:revision>
  <dcterms:created xsi:type="dcterms:W3CDTF">2023-11-13T09:43:00Z</dcterms:created>
  <dcterms:modified xsi:type="dcterms:W3CDTF">2026-08-18T00:29:13Z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C67CD65420C64969B370A38417DF429F_13</vt:lpwstr>
  </property>
  <property fmtid="{D5CDD505-2E9C-101B-9397-08002B2CF9AE}" pid="3" name="KSOProductBuildVer">
    <vt:lpwstr>2052-12.1.0.28043</vt:lpwstr>
  </property>
</Properties>
</file>